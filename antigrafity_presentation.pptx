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📐 Antigrafity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FE2F7"/>
                </a:solidFill>
              </a:rPr>
              <a:t>מערכת ניהול חכמה למשרד מדידות קרקע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3931920"/>
            <a:ext cx="1554480" cy="4572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39502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931920"/>
            <a:ext cx="1554480" cy="4572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9502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931920"/>
            <a:ext cx="1554480" cy="4572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39502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931920"/>
            <a:ext cx="1554480" cy="4572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39502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Plotly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931920"/>
            <a:ext cx="1554480" cy="4572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39502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</a:rPr>
              <a:t>הבעיה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064240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📊  ניהול ב-Excel בלבד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5331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מאות פרויקטים, אין ניראות, אין סינון מהיר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14600"/>
            <a:ext cx="11064240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877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🔍  כפילויות גוש/חלקה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877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פרויקט נפתח מחדש על אותה חלקה — לא מזוהה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064240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2219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⏱️  אין מעקב שעות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22191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אי אפשר לדעת כמה זמן כל עבודה לוקחת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83480"/>
            <a:ext cx="11064240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566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📋  אין ניהול משימות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05663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מה עושה כל עובד? מה תקוע? לא ידוע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</a:rPr>
              <a:t>הפתרון — 6 מודולים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749039" cy="21031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FE2F7"/>
                </a:solidFill>
              </a:rPr>
              <a:t>ניתוח 310 עבודות היסטוריות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399" y="1234440"/>
            <a:ext cx="3749039" cy="21031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01168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AI /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56032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FE2F7"/>
                </a:solidFill>
              </a:rPr>
              <a:t>חיזוי זמן מדידה — scikit-learn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38" y="1234440"/>
            <a:ext cx="3749039" cy="21031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201168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דשבורד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56032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FE2F7"/>
                </a:solidFill>
              </a:rPr>
              <a:t>KPIs: פרויקטים, משימות, דד-ליין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3749039" cy="21031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פרויקטים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FE2F7"/>
                </a:solidFill>
              </a:rPr>
              <a:t>CRUD + זיהוי כפילויות אוטומטי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399" y="3611880"/>
            <a:ext cx="3749039" cy="21031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3794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438912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משימות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93776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FE2F7"/>
                </a:solidFill>
              </a:rPr>
              <a:t>Kanban + שעות + ייצוא Excel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8" y="3611880"/>
            <a:ext cx="3749039" cy="210312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8" y="3794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8" y="438912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הסברי גרפים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493776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FE2F7"/>
                </a:solidFill>
              </a:rPr>
              <a:t>תיעוד אינטראקטיבי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</a:rPr>
              <a:t>נתוני מפתח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651760" cy="20116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2F7"/>
                </a:solidFill>
              </a:rPr>
              <a:t>פרויקטים בנתוני האימון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2651760" cy="20116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14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2F7"/>
                </a:solidFill>
              </a:rPr>
              <a:t>עמודי ממשק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2651760" cy="20116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2F7"/>
                </a:solidFill>
              </a:rPr>
              <a:t>תלות שרת — הכל מקומי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280160"/>
            <a:ext cx="2651760" cy="20116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17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14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2F7"/>
                </a:solidFill>
              </a:rPr>
              <a:t>עובדים מנוהלים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</a:rPr>
              <a:t>✅  RTL עברית מלאה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879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</a:rPr>
              <a:t>✅  מודל ML מאומן על נתוני אמת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183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</a:rPr>
              <a:t>✅  ייצוא Excel ישיר מכל עמוד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4865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</a:rPr>
              <a:t>✅  זיהוי אוטומטי כפילויות גוש/חלקה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79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</a:rPr>
              <a:t>✅  דשבורד KPI בזמן אמת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</a:rPr>
              <a:t>ארכיטקטורה טכנית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06424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73152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ממשק משתמש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Streamlit + Plotly + HTML/CSS RTL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11064240" cy="1051560"/>
          </a:xfrm>
          <a:prstGeom prst="rect">
            <a:avLst/>
          </a:prstGeom>
          <a:solidFill>
            <a:srgbClr val="15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73152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לוגיקה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Python — pandas, pathlib, datetime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1064240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73152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947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scikit-learn — regression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064240" cy="1051560"/>
          </a:xfrm>
          <a:prstGeom prst="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73152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נתונים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2920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CFE2F7"/>
                </a:solidFill>
              </a:rPr>
              <a:t>CSV files — projects, tasks, 2025_cleaned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</a:rPr>
              <a:t>מהלך הדמו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6400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דשבורד ראשי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34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FE2F7"/>
                </a:solidFill>
              </a:rPr>
              <a:t>הצגת KPIs — פרויקטים פתוחים, משימות תקועות, דד-ליין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6400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585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ניתוח נתונים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FE2F7"/>
                </a:solidFill>
              </a:rPr>
              <a:t>טעינת 310 עבודות, גרפים, פילטרים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6400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101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מודל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37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FE2F7"/>
                </a:solidFill>
              </a:rPr>
              <a:t>הזן ערכים → קבל חיזוי זמן מדידה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6400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616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ניהול פרויקטים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FE2F7"/>
                </a:solidFill>
              </a:rPr>
              <a:t>הוסף פרויקט → זיהוי כפילות אוטומטי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40680"/>
            <a:ext cx="6400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4132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40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</a:rPr>
              <a:t>משימות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440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FE2F7"/>
                </a:solidFill>
              </a:rPr>
              <a:t>Kanban → שנה סטטוס → ייצא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תודה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FE2F7"/>
                </a:solidFill>
              </a:rPr>
              <a:t>מערכת ניהול חכמה למשרד מדידות קרקע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http://localhost:8501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4754880"/>
            <a:ext cx="1554480" cy="4572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FE2F7"/>
                </a:solidFill>
              </a:rPr>
              <a:t>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754880"/>
            <a:ext cx="1554480" cy="4572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FE2F7"/>
                </a:solidFill>
              </a:rPr>
              <a:t>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4754880"/>
            <a:ext cx="1554480" cy="4572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FE2F7"/>
                </a:solidFill>
              </a:rPr>
              <a:t>Pandas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754880"/>
            <a:ext cx="1554480" cy="4572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FE2F7"/>
                </a:solidFill>
              </a:rPr>
              <a:t>Plotly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4754880"/>
            <a:ext cx="1554480" cy="4572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4773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FE2F7"/>
                </a:solidFill>
              </a:rPr>
              <a:t>scikit-learn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